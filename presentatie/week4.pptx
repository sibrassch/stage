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1"/>
    <p:restoredTop sz="94681"/>
  </p:normalViewPr>
  <p:slideViewPr>
    <p:cSldViewPr snapToGrid="0">
      <p:cViewPr varScale="1">
        <p:scale>
          <a:sx n="149" d="100"/>
          <a:sy n="149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0B8919-6E99-154E-AB67-D5023EF4D715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9DD93-BC24-954E-8B14-BB5D4E6E762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1450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9DD93-BC24-954E-8B14-BB5D4E6E7623}" type="slidenum">
              <a:rPr lang="nl-BE" smtClean="0"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6856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9DD93-BC24-954E-8B14-BB5D4E6E7623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383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32385D-C0A7-F65E-FBC0-D927551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B818284-3F37-5411-7049-047D64C152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663DDEC-C715-80FB-ECD2-349C4B8A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A61B1D5-88E0-706B-74C5-3301458C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6F66F1B-95DF-7F50-30E3-C3556C50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4095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B7E7C-ED92-4C37-56FD-381ED114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7D1597-9FA8-A88B-F380-DF2EE6D80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CB10D8A-E2F9-0174-53CD-50C75EF1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5AB606-735E-E595-0DED-82B8676AD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3CA0F04-5AB4-EA3A-5FF2-C7D18DA3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4806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74D423-1E9E-D5F2-40F5-F76533B72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3C78628-4937-FA09-23CF-213B2AC57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9E5CB66-680B-9E41-E505-145E767FA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11630D5-D1B4-4296-D1FE-07B95B0C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6839517-1B1E-E974-FD2B-2E9B3F03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922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12041D-DF33-AC84-739F-A147E873C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6E8E4D-7DB0-BA98-D4F1-C3B7112B6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1EFF8D0-1DBA-9AE3-61FB-5609BB1F4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388C84B-0809-B3AF-2CDE-88C574B9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7506AF8-FABA-65E3-E5AA-2CBAFA4C7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6B5A977-3DF1-DF82-FE15-0552DD035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4074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87A04D-C649-2422-0F20-A6173698C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82D58A0-E77F-C7EE-3E5B-DD49C01F3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9F4CCA9-02F6-B712-ABFB-E99990DAE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2EE8AB4-7640-423A-AE4A-7C248C9804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5272AFE-87D5-6BD3-90B4-68F100473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777A341E-E122-ED50-1910-0833F26DE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B309F094-A54D-DF9F-2772-FFF099D8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474E00BE-E2C8-3C25-3C80-57F89960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28468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46851C-A0F8-3D4B-79EE-7AF2442D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27DF117-58AA-18FB-0EAC-7CFED025A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BBD3BD5-A044-854D-7D06-6B6E9CEDB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C9F4F33-3403-B416-908A-F67AD960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174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D86AA802-28A1-7C47-0808-71ECB3606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FDCDAED-901F-25CB-8BEC-78D989252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9171A3-017E-C85F-2930-9E502E0F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9807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29967C-2504-1390-B8B4-2AB4A870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3D4D648-61DC-8EC2-E7EE-A43821D16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8424B1F-530C-513C-FA92-72422B1A9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59E319-F6BA-BE48-CB8E-CD63C9B7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C2FEEF-3EAB-B01B-0761-ABEF42CF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E386B32-959C-84E1-CDA2-355CC2696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73591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15432-3DD6-DF41-C2E4-5D0EF65C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6FDBF2AC-855F-DD5A-A624-8462D7AD5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9D359BB-E222-F7CE-ED91-B96268519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4E1E2C6-489B-9C21-16A2-D915D02D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1CC6E12-1900-CC1C-142D-49F4E7AE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FB8863C-B62C-FB3D-666D-709A5215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859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E5854-A2A8-EFFC-01BE-B310EB704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6E62FC9-6ADD-6CE7-F3EF-35F61C681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E162545-6E37-D251-B281-363BE6AE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E6A0E67-B8A5-85F0-C083-C1E7104C6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C842F6B-B002-D815-C939-93B88368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13980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BAF6DB4A-9C44-FC68-2575-685185159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3C4CB24-66BF-A93A-3365-553B23DCA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B155660-CD51-80E7-DC0C-D17FBDDF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1228A6F-1038-A9A2-03C6-561CD31CC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151DD6B-1904-E817-36EB-15B7542F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9905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08DA4221-87E2-7E6E-237F-668732634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7C72FBF-5346-C0F0-B073-EE6DE1AA2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34D50AB-B681-7D80-F942-10079A8D1D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129D1-9E58-474C-8F67-5F58DEDC625D}" type="datetimeFigureOut">
              <a:rPr lang="nl-BE" smtClean="0"/>
              <a:t>8/09/2026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00F9C-0D74-8436-AC98-61CF8BF957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7E729F5-9898-5C31-97E3-7181D4578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537465-76DC-7544-A17C-30ACA46D9C9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1970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ibrassch/stage/blob/main/week4.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6C6BD5-B65C-398E-487D-20D56159EE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Week 4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281802-8A79-9D5B-CC0B-2DDCC0913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30119"/>
            <a:ext cx="9144000" cy="1655762"/>
          </a:xfrm>
        </p:spPr>
        <p:txBody>
          <a:bodyPr/>
          <a:lstStyle/>
          <a:p>
            <a:r>
              <a:rPr lang="nl-BE" dirty="0">
                <a:hlinkClick r:id="rId2"/>
              </a:rPr>
              <a:t>https://github.com/sibrassch/stage/blob/main/week4.R</a:t>
            </a:r>
            <a:r>
              <a:rPr lang="nl-B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923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AA9CD8-C5DA-50D4-7568-5442F773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Na meeting: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238990-6EE6-44AC-D251-EDB525420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GOAL 1: alpha en beta estimation</a:t>
            </a:r>
          </a:p>
          <a:p>
            <a:r>
              <a:rPr lang="nl-BE" dirty="0"/>
              <a:t>GOAL 2: correlatie tussen estimated vs real values plotten</a:t>
            </a:r>
          </a:p>
          <a:p>
            <a:r>
              <a:rPr lang="nl-BE" dirty="0"/>
              <a:t>GOAL 3: model fitten met echte data</a:t>
            </a:r>
          </a:p>
          <a:p>
            <a:r>
              <a:rPr lang="nl-BE" dirty="0"/>
              <a:t>GOAL 3.5: alpha en beta estimation echte data</a:t>
            </a:r>
          </a:p>
          <a:p>
            <a:r>
              <a:rPr lang="nl-BE" dirty="0"/>
              <a:t>GOAL 4: eigen model laten switchen van p_reward om vast aantal trials</a:t>
            </a:r>
          </a:p>
          <a:p>
            <a:r>
              <a:rPr lang="nl-BE" dirty="0"/>
              <a:t>GOAL 5: model laten switchen obv feedback</a:t>
            </a:r>
          </a:p>
        </p:txBody>
      </p:sp>
    </p:spTree>
    <p:extLst>
      <p:ext uri="{BB962C8B-B14F-4D97-AF65-F5344CB8AC3E}">
        <p14:creationId xmlns:p14="http://schemas.microsoft.com/office/powerpoint/2010/main" val="3146844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7240DF-EEF4-9112-824F-0FAC9087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GOAL 1 &amp; 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2EB97D7-1DC6-31D6-A845-F6F0DEC1D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alpha en beta estimation</a:t>
            </a:r>
          </a:p>
          <a:p>
            <a:r>
              <a:rPr lang="nl-BE" dirty="0"/>
              <a:t>correlatie tussen estimated vs real values plotten</a:t>
            </a:r>
          </a:p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ADC4ACE-A1D2-7CFC-8F49-BCA950ABA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15" y="2822121"/>
            <a:ext cx="5289914" cy="341500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628E6A82-E6B5-98F4-4A08-FB18BCAAB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114" y="2761956"/>
            <a:ext cx="5289914" cy="3415007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988D1F0-DC11-4A82-BA99-296C8532FC03}"/>
              </a:ext>
            </a:extLst>
          </p:cNvPr>
          <p:cNvSpPr txBox="1"/>
          <p:nvPr/>
        </p:nvSpPr>
        <p:spPr>
          <a:xfrm>
            <a:off x="2504636" y="6254545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N = 100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851F8FCF-A6F2-5B1F-9783-CBAC8CB04626}"/>
              </a:ext>
            </a:extLst>
          </p:cNvPr>
          <p:cNvSpPr txBox="1"/>
          <p:nvPr/>
        </p:nvSpPr>
        <p:spPr>
          <a:xfrm>
            <a:off x="8243919" y="6254545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N = 1000</a:t>
            </a:r>
          </a:p>
        </p:txBody>
      </p:sp>
    </p:spTree>
    <p:extLst>
      <p:ext uri="{BB962C8B-B14F-4D97-AF65-F5344CB8AC3E}">
        <p14:creationId xmlns:p14="http://schemas.microsoft.com/office/powerpoint/2010/main" val="1054314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F2665D-F80B-008A-7C26-56C28D6BF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GOAL 3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539E415-C177-79A8-D878-21B9FA152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model fitten met echte data</a:t>
            </a:r>
          </a:p>
          <a:p>
            <a:r>
              <a:rPr lang="nl-BE" dirty="0"/>
              <a:t>McFadden’s pseudo-R²</a:t>
            </a:r>
          </a:p>
          <a:p>
            <a:r>
              <a:rPr lang="nl-BE" dirty="0"/>
              <a:t>R² = 1 – ( logLfull / logLnull )</a:t>
            </a:r>
          </a:p>
          <a:p>
            <a:endParaRPr lang="nl-BE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E16C3C1-65AB-9B26-A585-8EC3F86071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898"/>
          <a:stretch>
            <a:fillRect/>
          </a:stretch>
        </p:blipFill>
        <p:spPr>
          <a:xfrm>
            <a:off x="7993031" y="1027906"/>
            <a:ext cx="3554535" cy="5301294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41C9C9D-65FF-820A-080F-0509E9C3C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82" y="3429000"/>
            <a:ext cx="5125306" cy="61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39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2DF297-3ABB-E14D-4C79-06270B24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GOAL 3.5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ED2FC4F-C4FB-9216-F617-5C5E411A2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nl-BE" dirty="0"/>
              <a:t>alpha en beta estimation echte data</a:t>
            </a:r>
          </a:p>
          <a:p>
            <a:endParaRPr lang="nl-BE" dirty="0"/>
          </a:p>
        </p:txBody>
      </p:sp>
      <p:pic>
        <p:nvPicPr>
          <p:cNvPr id="5" name="Afbeelding 4" descr="Afbeelding met tekst, diagram, schermopname, Technische tekening&#10;&#10;Door AI gegenereerde inhoud is mogelijk onjuist.">
            <a:extLst>
              <a:ext uri="{FF2B5EF4-FFF2-40B4-BE49-F238E27FC236}">
                <a16:creationId xmlns:a16="http://schemas.microsoft.com/office/drawing/2014/main" id="{F792712F-2C53-E14A-F620-B655F495B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186" y="1289049"/>
            <a:ext cx="5727700" cy="4279900"/>
          </a:xfrm>
          <a:prstGeom prst="rect">
            <a:avLst/>
          </a:prstGeom>
        </p:spPr>
      </p:pic>
      <p:pic>
        <p:nvPicPr>
          <p:cNvPr id="7" name="Afbeelding 6" descr="Afbeelding met tekst, Lettertype, schermopname, wit&#10;&#10;Door AI gegenereerde inhoud is mogelijk onjuist.">
            <a:extLst>
              <a:ext uri="{FF2B5EF4-FFF2-40B4-BE49-F238E27FC236}">
                <a16:creationId xmlns:a16="http://schemas.microsoft.com/office/drawing/2014/main" id="{F4EE0CC4-9E94-C23D-A98F-2B58E914A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386" y="2837761"/>
            <a:ext cx="3862758" cy="118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1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146CF5-FE38-3DBC-E017-789B8DA69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GOAL 4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CF2704C-8A5A-86FA-AAC5-EB853261A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nl-BE" dirty="0"/>
              <a:t>eigen model laten switchen van p_reward om vast aantal trials</a:t>
            </a:r>
          </a:p>
          <a:p>
            <a:r>
              <a:rPr lang="nl-BE" dirty="0"/>
              <a:t>75, 25, 20</a:t>
            </a:r>
          </a:p>
        </p:txBody>
      </p:sp>
      <p:pic>
        <p:nvPicPr>
          <p:cNvPr id="5" name="Afbeelding 4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231069CD-C865-F571-08DD-40DD24BD9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31" y="3428999"/>
            <a:ext cx="5728569" cy="3429001"/>
          </a:xfrm>
          <a:prstGeom prst="rect">
            <a:avLst/>
          </a:prstGeom>
        </p:spPr>
      </p:pic>
      <p:pic>
        <p:nvPicPr>
          <p:cNvPr id="11" name="Afbeelding 10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82BD10C5-77D3-FFD5-A7D8-11F2F2D91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07938"/>
            <a:ext cx="5763754" cy="3450062"/>
          </a:xfrm>
          <a:prstGeom prst="rect">
            <a:avLst/>
          </a:prstGeom>
        </p:spPr>
      </p:pic>
      <p:pic>
        <p:nvPicPr>
          <p:cNvPr id="13" name="Afbeelding 12" descr="Afbeelding met tekst, lijn, diagram, Lettertype&#10;&#10;Door AI gegenereerde inhoud is mogelijk onjuist.">
            <a:extLst>
              <a:ext uri="{FF2B5EF4-FFF2-40B4-BE49-F238E27FC236}">
                <a16:creationId xmlns:a16="http://schemas.microsoft.com/office/drawing/2014/main" id="{5262B37D-8FF8-A130-9C07-EC9222CB54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126"/>
            <a:ext cx="5763754" cy="345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7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34F491-BB34-132A-F475-E2A8B1EA8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GOAL 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8B59FCE-9A4E-3E28-1902-0AC5602BA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model laten switchen obv feedback</a:t>
            </a:r>
          </a:p>
        </p:txBody>
      </p:sp>
      <p:pic>
        <p:nvPicPr>
          <p:cNvPr id="5" name="Afbeelding 4" descr="Afbeelding met tekst, diagram, Perceel, lijn&#10;&#10;Door AI gegenereerde inhoud is mogelijk onjuist.">
            <a:extLst>
              <a:ext uri="{FF2B5EF4-FFF2-40B4-BE49-F238E27FC236}">
                <a16:creationId xmlns:a16="http://schemas.microsoft.com/office/drawing/2014/main" id="{BEA5ADFD-4885-406C-1583-31E2EE664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16200"/>
            <a:ext cx="5655733" cy="4241800"/>
          </a:xfrm>
          <a:prstGeom prst="rect">
            <a:avLst/>
          </a:prstGeom>
        </p:spPr>
      </p:pic>
      <p:pic>
        <p:nvPicPr>
          <p:cNvPr id="7" name="Afbeelding 6" descr="Afbeelding met tekst, schermopname, Lettertype, zwart-wit&#10;&#10;Door AI gegenereerde inhoud is mogelijk onjuist.">
            <a:extLst>
              <a:ext uri="{FF2B5EF4-FFF2-40B4-BE49-F238E27FC236}">
                <a16:creationId xmlns:a16="http://schemas.microsoft.com/office/drawing/2014/main" id="{4D26B60C-102F-3C27-F9F1-9BB5AF1B0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980" y="2005303"/>
            <a:ext cx="4157472" cy="1497913"/>
          </a:xfrm>
          <a:prstGeom prst="rect">
            <a:avLst/>
          </a:prstGeom>
        </p:spPr>
      </p:pic>
      <p:pic>
        <p:nvPicPr>
          <p:cNvPr id="9" name="Afbeelding 8" descr="Afbeelding met tekst, menu, schermopname, document&#10;&#10;Door AI gegenereerde inhoud is mogelijk onjuist.">
            <a:extLst>
              <a:ext uri="{FF2B5EF4-FFF2-40B4-BE49-F238E27FC236}">
                <a16:creationId xmlns:a16="http://schemas.microsoft.com/office/drawing/2014/main" id="{314F1C26-0583-813E-8044-B3EDE93616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353"/>
          <a:stretch>
            <a:fillRect/>
          </a:stretch>
        </p:blipFill>
        <p:spPr>
          <a:xfrm>
            <a:off x="7424928" y="3682893"/>
            <a:ext cx="4157472" cy="3200400"/>
          </a:xfrm>
          <a:prstGeom prst="rect">
            <a:avLst/>
          </a:prstGeom>
        </p:spPr>
      </p:pic>
      <p:sp>
        <p:nvSpPr>
          <p:cNvPr id="12" name="Rechthoek 11">
            <a:extLst>
              <a:ext uri="{FF2B5EF4-FFF2-40B4-BE49-F238E27FC236}">
                <a16:creationId xmlns:a16="http://schemas.microsoft.com/office/drawing/2014/main" id="{BD3BE365-04A8-74C7-CA49-582AA0F31F13}"/>
              </a:ext>
            </a:extLst>
          </p:cNvPr>
          <p:cNvSpPr/>
          <p:nvPr/>
        </p:nvSpPr>
        <p:spPr>
          <a:xfrm>
            <a:off x="7424928" y="4245187"/>
            <a:ext cx="4157472" cy="103113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Afbeelding 13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3040297D-2E3C-0546-FF29-8E8A660E1C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7668" y="697399"/>
            <a:ext cx="5088096" cy="69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71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2CC368-D3C2-B7E2-EA61-7BD67E52A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GOAL 5 pt.2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BE36C57-C506-0F86-135C-E0C7CED1E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Switchen na 2x FALSE</a:t>
            </a:r>
          </a:p>
        </p:txBody>
      </p:sp>
      <p:pic>
        <p:nvPicPr>
          <p:cNvPr id="5" name="Afbeelding 4" descr="Afbeelding met tekst, diagram, lijn, Perceel&#10;&#10;Door AI gegenereerde inhoud is mogelijk onjuist.">
            <a:extLst>
              <a:ext uri="{FF2B5EF4-FFF2-40B4-BE49-F238E27FC236}">
                <a16:creationId xmlns:a16="http://schemas.microsoft.com/office/drawing/2014/main" id="{1B79E60F-BDFC-E319-1D9C-8C792B5AB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0800"/>
            <a:ext cx="5689600" cy="4267200"/>
          </a:xfrm>
          <a:prstGeom prst="rect">
            <a:avLst/>
          </a:prstGeom>
        </p:spPr>
      </p:pic>
      <p:pic>
        <p:nvPicPr>
          <p:cNvPr id="9" name="Afbeelding 8" descr="Afbeelding met tekst, schermopname, Lettertype, lijn&#10;&#10;Door AI gegenereerde inhoud is mogelijk onjuist.">
            <a:extLst>
              <a:ext uri="{FF2B5EF4-FFF2-40B4-BE49-F238E27FC236}">
                <a16:creationId xmlns:a16="http://schemas.microsoft.com/office/drawing/2014/main" id="{D4443F2D-34F6-B3AD-2110-F95F37847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144" y="365125"/>
            <a:ext cx="5246092" cy="713867"/>
          </a:xfrm>
          <a:prstGeom prst="rect">
            <a:avLst/>
          </a:prstGeom>
        </p:spPr>
      </p:pic>
      <p:pic>
        <p:nvPicPr>
          <p:cNvPr id="11" name="Afbeelding 10" descr="Afbeelding met tekst, schermopname, zwart-wit, Lettertype&#10;&#10;Door AI gegenereerde inhoud is mogelijk onjuist.">
            <a:extLst>
              <a:ext uri="{FF2B5EF4-FFF2-40B4-BE49-F238E27FC236}">
                <a16:creationId xmlns:a16="http://schemas.microsoft.com/office/drawing/2014/main" id="{8566324E-3AE1-F20D-F804-203EC2062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790" y="926592"/>
            <a:ext cx="4299009" cy="2502408"/>
          </a:xfrm>
          <a:prstGeom prst="rect">
            <a:avLst/>
          </a:prstGeom>
        </p:spPr>
      </p:pic>
      <p:pic>
        <p:nvPicPr>
          <p:cNvPr id="13" name="Afbeelding 12" descr="Afbeelding met tekst, zwart-wit, document&#10;&#10;Door AI gegenereerde inhoud is mogelijk onjuist.">
            <a:extLst>
              <a:ext uri="{FF2B5EF4-FFF2-40B4-BE49-F238E27FC236}">
                <a16:creationId xmlns:a16="http://schemas.microsoft.com/office/drawing/2014/main" id="{2A58A9F5-4375-E1DE-E0C8-0CCB2BEA4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790" y="3617702"/>
            <a:ext cx="4299009" cy="324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28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A9CD69-B092-B57E-B30C-5979078E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GOAL 5 pt.3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FC2AD88-711A-10E4-C50E-69F997C70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66104" cy="4351338"/>
          </a:xfrm>
        </p:spPr>
        <p:txBody>
          <a:bodyPr/>
          <a:lstStyle/>
          <a:p>
            <a:r>
              <a:rPr lang="nl-BE" dirty="0"/>
              <a:t>Switchen na 10x TRUE (10 juiste antwoorden)</a:t>
            </a:r>
          </a:p>
        </p:txBody>
      </p:sp>
      <p:pic>
        <p:nvPicPr>
          <p:cNvPr id="5" name="Afbeelding 4" descr="Afbeelding met tekst, diagram, Perceel, lijn&#10;&#10;Door AI gegenereerde inhoud is mogelijk onjuist.">
            <a:extLst>
              <a:ext uri="{FF2B5EF4-FFF2-40B4-BE49-F238E27FC236}">
                <a16:creationId xmlns:a16="http://schemas.microsoft.com/office/drawing/2014/main" id="{8D6DABE6-BFC8-727E-E8F4-DD5BFB882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2590800"/>
            <a:ext cx="5689600" cy="4267200"/>
          </a:xfrm>
          <a:prstGeom prst="rect">
            <a:avLst/>
          </a:prstGeom>
        </p:spPr>
      </p:pic>
      <p:pic>
        <p:nvPicPr>
          <p:cNvPr id="7" name="Afbeelding 6" descr="Afbeelding met tekst, Lettertype, lijn, schermopname&#10;&#10;Door AI gegenereerde inhoud is mogelijk onjuist.">
            <a:extLst>
              <a:ext uri="{FF2B5EF4-FFF2-40B4-BE49-F238E27FC236}">
                <a16:creationId xmlns:a16="http://schemas.microsoft.com/office/drawing/2014/main" id="{1149C589-1011-3206-4CC1-02DBD5DF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572" y="365125"/>
            <a:ext cx="4475988" cy="1929305"/>
          </a:xfrm>
          <a:prstGeom prst="rect">
            <a:avLst/>
          </a:prstGeom>
        </p:spPr>
      </p:pic>
      <p:pic>
        <p:nvPicPr>
          <p:cNvPr id="9" name="Afbeelding 8" descr="Afbeelding met tekst, zwart-wit, Lettertype, wit&#10;&#10;Door AI gegenereerde inhoud is mogelijk onjuist.">
            <a:extLst>
              <a:ext uri="{FF2B5EF4-FFF2-40B4-BE49-F238E27FC236}">
                <a16:creationId xmlns:a16="http://schemas.microsoft.com/office/drawing/2014/main" id="{A2C2BA01-618A-5CA1-4A1D-96B408AC1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4930" y="2340149"/>
            <a:ext cx="4731539" cy="2022777"/>
          </a:xfrm>
          <a:prstGeom prst="rect">
            <a:avLst/>
          </a:prstGeom>
        </p:spPr>
      </p:pic>
      <p:pic>
        <p:nvPicPr>
          <p:cNvPr id="11" name="Afbeelding 10" descr="Afbeelding met tekst, zwart-wit, document&#10;&#10;Door AI gegenereerde inhoud is mogelijk onjuist.">
            <a:extLst>
              <a:ext uri="{FF2B5EF4-FFF2-40B4-BE49-F238E27FC236}">
                <a16:creationId xmlns:a16="http://schemas.microsoft.com/office/drawing/2014/main" id="{62E00916-BCB4-FBA4-E244-E564D64C1D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4930" y="4408644"/>
            <a:ext cx="4731539" cy="238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17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E43C2E-E354-7FC0-5615-B388C5E48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5" name="Tijdelijke aanduiding voor inhoud 4" descr="Afbeelding met tekst, diagram, Perceel, lijn&#10;&#10;Door AI gegenereerde inhoud is mogelijk onjuist.">
            <a:extLst>
              <a:ext uri="{FF2B5EF4-FFF2-40B4-BE49-F238E27FC236}">
                <a16:creationId xmlns:a16="http://schemas.microsoft.com/office/drawing/2014/main" id="{38BE19C3-C6E8-3252-1B65-9AFB7C61AF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096000" cy="4572000"/>
          </a:xfrm>
        </p:spPr>
      </p:pic>
      <p:pic>
        <p:nvPicPr>
          <p:cNvPr id="7" name="Afbeelding 6" descr="Afbeelding met tekst, diagram, lijn, Parallel&#10;&#10;Door AI gegenereerde inhoud is mogelijk onjuist.">
            <a:extLst>
              <a:ext uri="{FF2B5EF4-FFF2-40B4-BE49-F238E27FC236}">
                <a16:creationId xmlns:a16="http://schemas.microsoft.com/office/drawing/2014/main" id="{154A1975-CCE3-412B-0D27-33944EBF1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86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455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E6A4C9-E3A0-DB95-A12F-2214176EB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BE"/>
          </a:p>
        </p:txBody>
      </p:sp>
      <p:pic>
        <p:nvPicPr>
          <p:cNvPr id="5" name="Tijdelijke aanduiding voor inhoud 4" descr="Afbeelding met tekst, diagram, Perceel, Lettertype&#10;&#10;Door AI gegenereerde inhoud is mogelijk onjuist.">
            <a:extLst>
              <a:ext uri="{FF2B5EF4-FFF2-40B4-BE49-F238E27FC236}">
                <a16:creationId xmlns:a16="http://schemas.microsoft.com/office/drawing/2014/main" id="{7146EC29-7A09-2528-AE33-650E47DAA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168" y="321402"/>
            <a:ext cx="6455664" cy="6215195"/>
          </a:xfr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7A7EB578-4278-A0DE-3041-1EFA4FAAC369}"/>
              </a:ext>
            </a:extLst>
          </p:cNvPr>
          <p:cNvSpPr txBox="1"/>
          <p:nvPr/>
        </p:nvSpPr>
        <p:spPr>
          <a:xfrm>
            <a:off x="694944" y="2761488"/>
            <a:ext cx="1093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P1 = 0.95</a:t>
            </a:r>
          </a:p>
          <a:p>
            <a:r>
              <a:rPr lang="nl-BE" dirty="0"/>
              <a:t>P2 = 0.05</a:t>
            </a:r>
          </a:p>
        </p:txBody>
      </p:sp>
    </p:spTree>
    <p:extLst>
      <p:ext uri="{BB962C8B-B14F-4D97-AF65-F5344CB8AC3E}">
        <p14:creationId xmlns:p14="http://schemas.microsoft.com/office/powerpoint/2010/main" val="204125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741324-AF7B-3903-D3DD-FA19BF45D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Parameter recovery Nieuw model</a:t>
            </a:r>
          </a:p>
        </p:txBody>
      </p:sp>
      <p:pic>
        <p:nvPicPr>
          <p:cNvPr id="5" name="Tijdelijke aanduiding voor inhoud 4" descr="Afbeelding met diagram, lijn&#10;&#10;Door AI gegenereerde inhoud is mogelijk onjuist.">
            <a:extLst>
              <a:ext uri="{FF2B5EF4-FFF2-40B4-BE49-F238E27FC236}">
                <a16:creationId xmlns:a16="http://schemas.microsoft.com/office/drawing/2014/main" id="{89D0034E-9E7A-946C-ABD8-12D81F72C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616" y="1690688"/>
            <a:ext cx="6188768" cy="4847147"/>
          </a:xfrm>
        </p:spPr>
      </p:pic>
      <p:sp>
        <p:nvSpPr>
          <p:cNvPr id="6" name="Tekstvak 5">
            <a:extLst>
              <a:ext uri="{FF2B5EF4-FFF2-40B4-BE49-F238E27FC236}">
                <a16:creationId xmlns:a16="http://schemas.microsoft.com/office/drawing/2014/main" id="{831540AC-D81F-3222-9FC4-769B3851BCF7}"/>
              </a:ext>
            </a:extLst>
          </p:cNvPr>
          <p:cNvSpPr txBox="1"/>
          <p:nvPr/>
        </p:nvSpPr>
        <p:spPr>
          <a:xfrm>
            <a:off x="986118" y="1183341"/>
            <a:ext cx="3461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Reversal na 10 juiste antwoorden</a:t>
            </a:r>
          </a:p>
        </p:txBody>
      </p:sp>
    </p:spTree>
    <p:extLst>
      <p:ext uri="{BB962C8B-B14F-4D97-AF65-F5344CB8AC3E}">
        <p14:creationId xmlns:p14="http://schemas.microsoft.com/office/powerpoint/2010/main" val="2582422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11F5-4786-9DFA-9328-58C6669B5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BE87AC-4ABE-7FBD-AF06-0964BFCB2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Parameter recovery Nieuw model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E03DBCBF-22E8-00C3-DB9E-103CFE221ABD}"/>
              </a:ext>
            </a:extLst>
          </p:cNvPr>
          <p:cNvSpPr txBox="1"/>
          <p:nvPr/>
        </p:nvSpPr>
        <p:spPr>
          <a:xfrm>
            <a:off x="986118" y="1183341"/>
            <a:ext cx="2177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/>
              <a:t>Reversal na 20 trials</a:t>
            </a:r>
          </a:p>
        </p:txBody>
      </p:sp>
      <p:pic>
        <p:nvPicPr>
          <p:cNvPr id="8" name="Tijdelijke aanduiding voor inhoud 7" descr="Afbeelding met diagram, lijn, tekst&#10;&#10;Door AI gegenereerde inhoud is mogelijk onjuist.">
            <a:extLst>
              <a:ext uri="{FF2B5EF4-FFF2-40B4-BE49-F238E27FC236}">
                <a16:creationId xmlns:a16="http://schemas.microsoft.com/office/drawing/2014/main" id="{D82DA58D-67E3-BE24-5A15-BF92BB061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9690" y="1690688"/>
            <a:ext cx="6132620" cy="4803171"/>
          </a:xfrm>
        </p:spPr>
      </p:pic>
    </p:spTree>
    <p:extLst>
      <p:ext uri="{BB962C8B-B14F-4D97-AF65-F5344CB8AC3E}">
        <p14:creationId xmlns:p14="http://schemas.microsoft.com/office/powerpoint/2010/main" val="166235655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200</Words>
  <Application>Microsoft Macintosh PowerPoint</Application>
  <PresentationFormat>Breedbeeld</PresentationFormat>
  <Paragraphs>37</Paragraphs>
  <Slides>13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Kantoorthema</vt:lpstr>
      <vt:lpstr>Week 4</vt:lpstr>
      <vt:lpstr>Na meeting:</vt:lpstr>
      <vt:lpstr>GOAL 1 &amp; 2</vt:lpstr>
      <vt:lpstr>GOAL 3</vt:lpstr>
      <vt:lpstr>GOAL 3.5</vt:lpstr>
      <vt:lpstr>GOAL 4</vt:lpstr>
      <vt:lpstr>GOAL 5</vt:lpstr>
      <vt:lpstr>GOAL 5 pt.2</vt:lpstr>
      <vt:lpstr>GOAL 5 pt.3</vt:lpstr>
      <vt:lpstr>PowerPoint-presentatie</vt:lpstr>
      <vt:lpstr>PowerPoint-presentatie</vt:lpstr>
      <vt:lpstr>Parameter recovery Nieuw model</vt:lpstr>
      <vt:lpstr>Parameter recovery Nieuw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Sibelle Rasschaert</dc:creator>
  <cp:lastModifiedBy>Sibelle Rasschaert</cp:lastModifiedBy>
  <cp:revision>7</cp:revision>
  <dcterms:created xsi:type="dcterms:W3CDTF">2026-09-07T13:23:48Z</dcterms:created>
  <dcterms:modified xsi:type="dcterms:W3CDTF">2026-09-08T13:06:26Z</dcterms:modified>
</cp:coreProperties>
</file>